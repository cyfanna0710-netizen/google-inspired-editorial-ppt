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348a76f868466e" /><Relationship Type="http://schemas.openxmlformats.org/officeDocument/2006/relationships/extended-properties" Target="/docProps/app.xml" Id="R66b50d9e23e749f8" /><Relationship Type="http://schemas.openxmlformats.org/officeDocument/2006/relationships/officeDocument" Target="/ppt/presentation.xml" Id="R6b45517ad80949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9d7f76c04045d6"/>
  </p:sldMasterIdLst>
  <p:notesMasterIdLst>
    <p:notesMasterId xmlns:r="http://schemas.openxmlformats.org/officeDocument/2006/relationships" r:id="Rc1926c8744b84625"/>
  </p:notesMasterIdLst>
  <p:sldIdLst>
    <p:sldId xmlns:r="http://schemas.openxmlformats.org/officeDocument/2006/relationships" id="256" r:id="R933a57439ca84bc6"/>
    <p:sldId xmlns:r="http://schemas.openxmlformats.org/officeDocument/2006/relationships" id="257" r:id="Re399af1017b14f67"/>
    <p:sldId xmlns:r="http://schemas.openxmlformats.org/officeDocument/2006/relationships" id="258" r:id="Ra665fead04bb4471"/>
    <p:sldId xmlns:r="http://schemas.openxmlformats.org/officeDocument/2006/relationships" id="259" r:id="Rcbb3a9aa30e34c38"/>
    <p:sldId xmlns:r="http://schemas.openxmlformats.org/officeDocument/2006/relationships" id="260" r:id="R0fbc058521124f43"/>
    <p:sldId xmlns:r="http://schemas.openxmlformats.org/officeDocument/2006/relationships" id="261" r:id="R571ef1f9faf64f36"/>
    <p:sldId xmlns:r="http://schemas.openxmlformats.org/officeDocument/2006/relationships" id="262" r:id="R163e91a792034ce6"/>
    <p:sldId xmlns:r="http://schemas.openxmlformats.org/officeDocument/2006/relationships" id="263" r:id="R3915d66dc5404778"/>
    <p:sldId xmlns:r="http://schemas.openxmlformats.org/officeDocument/2006/relationships" id="264" r:id="R54a37ce030e94c62"/>
    <p:sldId xmlns:r="http://schemas.openxmlformats.org/officeDocument/2006/relationships" id="265" r:id="R0ebd3406c1b44611"/>
    <p:sldId xmlns:r="http://schemas.openxmlformats.org/officeDocument/2006/relationships" id="266" r:id="R11070aed11d04d49"/>
    <p:sldId xmlns:r="http://schemas.openxmlformats.org/officeDocument/2006/relationships" id="267" r:id="R64d1175dde4d4ae2"/>
    <p:sldId xmlns:r="http://schemas.openxmlformats.org/officeDocument/2006/relationships" id="268" r:id="Rb650f1a5b8d44149"/>
    <p:sldId xmlns:r="http://schemas.openxmlformats.org/officeDocument/2006/relationships" id="269" r:id="Rce93ec75dce042ca"/>
    <p:sldId xmlns:r="http://schemas.openxmlformats.org/officeDocument/2006/relationships" id="270" r:id="Rabd039f69d8448f3"/>
    <p:sldId xmlns:r="http://schemas.openxmlformats.org/officeDocument/2006/relationships" id="271" r:id="R0545e16bc0e8411c"/>
    <p:sldId xmlns:r="http://schemas.openxmlformats.org/officeDocument/2006/relationships" id="272" r:id="Re6fd1d3856b545d3"/>
    <p:sldId xmlns:r="http://schemas.openxmlformats.org/officeDocument/2006/relationships" id="273" r:id="Rd44dd62b95ba4904"/>
    <p:sldId xmlns:r="http://schemas.openxmlformats.org/officeDocument/2006/relationships" id="274" r:id="R7d0a9217f7964e49"/>
    <p:sldId xmlns:r="http://schemas.openxmlformats.org/officeDocument/2006/relationships" id="275" r:id="R4ccf3778d9a6450f"/>
    <p:sldId xmlns:r="http://schemas.openxmlformats.org/officeDocument/2006/relationships" id="276" r:id="R813b26f8773d43fb"/>
    <p:sldId xmlns:r="http://schemas.openxmlformats.org/officeDocument/2006/relationships" id="277" r:id="R210e270e69194805"/>
    <p:sldId xmlns:r="http://schemas.openxmlformats.org/officeDocument/2006/relationships" id="278" r:id="Rbdc83f91d51947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4e117f00c14d64" /><Relationship Type="http://schemas.openxmlformats.org/officeDocument/2006/relationships/slideMaster" Target="/ppt/slideMasters/slideMaster1.xml" Id="R549d7f76c04045d6" /><Relationship Type="http://schemas.openxmlformats.org/officeDocument/2006/relationships/notesMaster" Target="/ppt/notesMasters/notesMaster1.xml" Id="Rc1926c8744b84625" /><Relationship Type="http://schemas.openxmlformats.org/officeDocument/2006/relationships/presProps" Target="/ppt/presProps.xml" Id="R5c58b35624f9419c" /><Relationship Type="http://schemas.openxmlformats.org/officeDocument/2006/relationships/tableStyles" Target="/ppt/tableStyles.xml" Id="Rdbfaeeb08ecf4b64" /><Relationship Type="http://schemas.openxmlformats.org/officeDocument/2006/relationships/slide" Target="/ppt/slides/slide1.xml" Id="R933a57439ca84bc6" /><Relationship Type="http://schemas.openxmlformats.org/officeDocument/2006/relationships/slide" Target="/ppt/slides/slide2.xml" Id="Re399af1017b14f67" /><Relationship Type="http://schemas.openxmlformats.org/officeDocument/2006/relationships/slide" Target="/ppt/slides/slide3.xml" Id="Ra665fead04bb4471" /><Relationship Type="http://schemas.openxmlformats.org/officeDocument/2006/relationships/slide" Target="/ppt/slides/slide4.xml" Id="Rcbb3a9aa30e34c38" /><Relationship Type="http://schemas.openxmlformats.org/officeDocument/2006/relationships/slide" Target="/ppt/slides/slide5.xml" Id="R0fbc058521124f43" /><Relationship Type="http://schemas.openxmlformats.org/officeDocument/2006/relationships/slide" Target="/ppt/slides/slide6.xml" Id="R571ef1f9faf64f36" /><Relationship Type="http://schemas.openxmlformats.org/officeDocument/2006/relationships/slide" Target="/ppt/slides/slide7.xml" Id="R163e91a792034ce6" /><Relationship Type="http://schemas.openxmlformats.org/officeDocument/2006/relationships/slide" Target="/ppt/slides/slide8.xml" Id="R3915d66dc5404778" /><Relationship Type="http://schemas.openxmlformats.org/officeDocument/2006/relationships/slide" Target="/ppt/slides/slide9.xml" Id="R54a37ce030e94c62" /><Relationship Type="http://schemas.openxmlformats.org/officeDocument/2006/relationships/slide" Target="/ppt/slides/slide10.xml" Id="R0ebd3406c1b44611" /><Relationship Type="http://schemas.openxmlformats.org/officeDocument/2006/relationships/slide" Target="/ppt/slides/slide11.xml" Id="R11070aed11d04d49" /><Relationship Type="http://schemas.openxmlformats.org/officeDocument/2006/relationships/slide" Target="/ppt/slides/slide12.xml" Id="R64d1175dde4d4ae2" /><Relationship Type="http://schemas.openxmlformats.org/officeDocument/2006/relationships/slide" Target="/ppt/slides/slide13.xml" Id="Rb650f1a5b8d44149" /><Relationship Type="http://schemas.openxmlformats.org/officeDocument/2006/relationships/slide" Target="/ppt/slides/slide14.xml" Id="Rce93ec75dce042ca" /><Relationship Type="http://schemas.openxmlformats.org/officeDocument/2006/relationships/slide" Target="/ppt/slides/slide15.xml" Id="Rabd039f69d8448f3" /><Relationship Type="http://schemas.openxmlformats.org/officeDocument/2006/relationships/slide" Target="/ppt/slides/slide16.xml" Id="R0545e16bc0e8411c" /><Relationship Type="http://schemas.openxmlformats.org/officeDocument/2006/relationships/slide" Target="/ppt/slides/slide17.xml" Id="Re6fd1d3856b545d3" /><Relationship Type="http://schemas.openxmlformats.org/officeDocument/2006/relationships/slide" Target="/ppt/slides/slide18.xml" Id="Rd44dd62b95ba4904" /><Relationship Type="http://schemas.openxmlformats.org/officeDocument/2006/relationships/slide" Target="/ppt/slides/slide19.xml" Id="R7d0a9217f7964e49" /><Relationship Type="http://schemas.openxmlformats.org/officeDocument/2006/relationships/slide" Target="/ppt/slides/slide20.xml" Id="R4ccf3778d9a6450f" /><Relationship Type="http://schemas.openxmlformats.org/officeDocument/2006/relationships/slide" Target="/ppt/slides/slide21.xml" Id="R813b26f8773d43fb" /><Relationship Type="http://schemas.openxmlformats.org/officeDocument/2006/relationships/slide" Target="/ppt/slides/slide22.xml" Id="R210e270e69194805" /><Relationship Type="http://schemas.openxmlformats.org/officeDocument/2006/relationships/slide" Target="/ppt/slides/slide23.xml" Id="Rbdc83f91d519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dba6502a6b4b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d8bef9c7eb4a8a" /><Relationship Type="http://schemas.openxmlformats.org/officeDocument/2006/relationships/notesMaster" Target="/ppt/notesMasters/notesMaster1.xml" Id="R0ba18d8ddbf04f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263e8603094e4e" /><Relationship Type="http://schemas.openxmlformats.org/officeDocument/2006/relationships/notesMaster" Target="/ppt/notesMasters/notesMaster1.xml" Id="Rb778652d288d41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4b211785a040e5" /><Relationship Type="http://schemas.openxmlformats.org/officeDocument/2006/relationships/notesMaster" Target="/ppt/notesMasters/notesMaster1.xml" Id="R379b11348a4f46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1e562daf354734" /><Relationship Type="http://schemas.openxmlformats.org/officeDocument/2006/relationships/notesMaster" Target="/ppt/notesMasters/notesMaster1.xml" Id="R4112e33e578445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e114a4c5f44bba" /><Relationship Type="http://schemas.openxmlformats.org/officeDocument/2006/relationships/notesMaster" Target="/ppt/notesMasters/notesMaster1.xml" Id="Ra42c3f9d98ca44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9fb090c2f94538" /><Relationship Type="http://schemas.openxmlformats.org/officeDocument/2006/relationships/notesMaster" Target="/ppt/notesMasters/notesMaster1.xml" Id="R192ee9089f15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63f3d184cc4544" /><Relationship Type="http://schemas.openxmlformats.org/officeDocument/2006/relationships/notesMaster" Target="/ppt/notesMasters/notesMaster1.xml" Id="R37cb324b822649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d001f238674451" /><Relationship Type="http://schemas.openxmlformats.org/officeDocument/2006/relationships/notesMaster" Target="/ppt/notesMasters/notesMaster1.xml" Id="R12b10d72e96344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96ec1d20224e24" /><Relationship Type="http://schemas.openxmlformats.org/officeDocument/2006/relationships/notesMaster" Target="/ppt/notesMasters/notesMaster1.xml" Id="Rd1d6ebee85f445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6f32cf13694353" /><Relationship Type="http://schemas.openxmlformats.org/officeDocument/2006/relationships/notesMaster" Target="/ppt/notesMasters/notesMaster1.xml" Id="R5517a652d14345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647c7cbc76486f" /><Relationship Type="http://schemas.openxmlformats.org/officeDocument/2006/relationships/notesMaster" Target="/ppt/notesMasters/notesMaster1.xml" Id="R36e990b9368241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d1552a8405403a" /><Relationship Type="http://schemas.openxmlformats.org/officeDocument/2006/relationships/notesMaster" Target="/ppt/notesMasters/notesMaster1.xml" Id="R260acf5a72a142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9982c8c9ae472f" /><Relationship Type="http://schemas.openxmlformats.org/officeDocument/2006/relationships/notesMaster" Target="/ppt/notesMasters/notesMaster1.xml" Id="Rfd5bc1e6f2fb4a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74801a233e49f9" /><Relationship Type="http://schemas.openxmlformats.org/officeDocument/2006/relationships/notesMaster" Target="/ppt/notesMasters/notesMaster1.xml" Id="Rabb8f24ee6bd4e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0720f0c29a429f" /><Relationship Type="http://schemas.openxmlformats.org/officeDocument/2006/relationships/notesMaster" Target="/ppt/notesMasters/notesMaster1.xml" Id="Rb6da950b8f544a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47ee9cfcf84a7a" /><Relationship Type="http://schemas.openxmlformats.org/officeDocument/2006/relationships/notesMaster" Target="/ppt/notesMasters/notesMaster1.xml" Id="R3516109eb5ea43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bc220131d1439e" /><Relationship Type="http://schemas.openxmlformats.org/officeDocument/2006/relationships/notesMaster" Target="/ppt/notesMasters/notesMaster1.xml" Id="Rda152acd2f364e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3311f46750407d" /><Relationship Type="http://schemas.openxmlformats.org/officeDocument/2006/relationships/notesMaster" Target="/ppt/notesMasters/notesMaster1.xml" Id="Rab0da411e11443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eb85fa0cfd486a" /><Relationship Type="http://schemas.openxmlformats.org/officeDocument/2006/relationships/notesMaster" Target="/ppt/notesMasters/notesMaster1.xml" Id="Rfcb5568b04224f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306a30f48a48e1" /><Relationship Type="http://schemas.openxmlformats.org/officeDocument/2006/relationships/notesMaster" Target="/ppt/notesMasters/notesMaster1.xml" Id="Rdbf57220385a45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d3d6068bb4474e" /><Relationship Type="http://schemas.openxmlformats.org/officeDocument/2006/relationships/notesMaster" Target="/ppt/notesMasters/notesMaster1.xml" Id="R76fac4ab853f49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d8a40541930452b" /><Relationship Type="http://schemas.openxmlformats.org/officeDocument/2006/relationships/notesMaster" Target="/ppt/notesMasters/notesMaster1.xml" Id="R52088c7dabda4f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31b49eec191488b" /><Relationship Type="http://schemas.openxmlformats.org/officeDocument/2006/relationships/notesMaster" Target="/ppt/notesMasters/notesMaster1.xml" Id="R88fc8a2216514e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603c38ffb43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2969c86568468e" /><Relationship Type="http://schemas.openxmlformats.org/officeDocument/2006/relationships/slideLayout" Target="/ppt/slideLayouts/slideLayout1.xml" Id="Rec2eca013eac41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eca013eac41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15a297f6c4c97" /><Relationship Type="http://schemas.openxmlformats.org/officeDocument/2006/relationships/image" Target="/ppt/media/image.png" Id="Rcf46ca8da06a48bd" /><Relationship Type="http://schemas.openxmlformats.org/officeDocument/2006/relationships/image" Target="/ppt/media/image.svg" Id="Rfab0cba6a6a84d35" /><Relationship Type="http://schemas.openxmlformats.org/officeDocument/2006/relationships/notesSlide" Target="/ppt/notesSlides/notesSlide1.xml" Id="R640c6c00dd55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d12d905b04efd" /><Relationship Type="http://schemas.openxmlformats.org/officeDocument/2006/relationships/image" Target="/ppt/media/image2.png" Id="R0d1e5a6d50da41f1" /><Relationship Type="http://schemas.openxmlformats.org/officeDocument/2006/relationships/image" Target="/ppt/media/image2.svg" Id="Rf4483fcf23534d4b" /><Relationship Type="http://schemas.openxmlformats.org/officeDocument/2006/relationships/notesSlide" Target="/ppt/notesSlides/notesSlide2.xml" Id="R5d90e2d69a1d49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9a6f615744bc4" /><Relationship Type="http://schemas.openxmlformats.org/officeDocument/2006/relationships/notesSlide" Target="/ppt/notesSlides/notesSlide3.xml" Id="R4e444137311f43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b7d70ed844abc" /><Relationship Type="http://schemas.openxmlformats.org/officeDocument/2006/relationships/image" Target="/ppt/media/image3.png" Id="R78b5fbdda6d54811" /><Relationship Type="http://schemas.openxmlformats.org/officeDocument/2006/relationships/image" Target="/ppt/media/image3.svg" Id="Rfc3c43f7f9fe4d23" /><Relationship Type="http://schemas.openxmlformats.org/officeDocument/2006/relationships/notesSlide" Target="/ppt/notesSlides/notesSlide4.xml" Id="R63785de51cd64a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7448f34354923" /><Relationship Type="http://schemas.openxmlformats.org/officeDocument/2006/relationships/notesSlide" Target="/ppt/notesSlides/notesSlide5.xml" Id="R6a16a4a35b0345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cb70569c747f1" /><Relationship Type="http://schemas.openxmlformats.org/officeDocument/2006/relationships/image" Target="/ppt/media/image4.png" Id="R19fb25d656614ac3" /><Relationship Type="http://schemas.openxmlformats.org/officeDocument/2006/relationships/image" Target="/ppt/media/image4.svg" Id="R57e15a261c634fa7" /><Relationship Type="http://schemas.openxmlformats.org/officeDocument/2006/relationships/notesSlide" Target="/ppt/notesSlides/notesSlide6.xml" Id="R9691fb8a7325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4b47855d14f7f" /><Relationship Type="http://schemas.openxmlformats.org/officeDocument/2006/relationships/notesSlide" Target="/ppt/notesSlides/notesSlide7.xml" Id="R0219e5d6584642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565d3940e4793" /><Relationship Type="http://schemas.openxmlformats.org/officeDocument/2006/relationships/image" Target="/ppt/media/image5.png" Id="Rb49a6fe8167c4efc" /><Relationship Type="http://schemas.openxmlformats.org/officeDocument/2006/relationships/image" Target="/ppt/media/image5.svg" Id="R9935b6677a874993" /><Relationship Type="http://schemas.openxmlformats.org/officeDocument/2006/relationships/notesSlide" Target="/ppt/notesSlides/notesSlide8.xml" Id="R162dd7efd92045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fdca92d1e4e7a" /><Relationship Type="http://schemas.openxmlformats.org/officeDocument/2006/relationships/notesSlide" Target="/ppt/notesSlides/notesSlide9.xml" Id="Ra171c8bda025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e98a9b04a41ad" /><Relationship Type="http://schemas.openxmlformats.org/officeDocument/2006/relationships/image" Target="/ppt/media/image6.png" Id="R7aa1aaa1efa04bcc" /><Relationship Type="http://schemas.openxmlformats.org/officeDocument/2006/relationships/image" Target="/ppt/media/image6.svg" Id="R54dbadf4e0df48db" /><Relationship Type="http://schemas.openxmlformats.org/officeDocument/2006/relationships/notesSlide" Target="/ppt/notesSlides/notesSlide10.xml" Id="R9b945668d54747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195e41c3c4674" /><Relationship Type="http://schemas.openxmlformats.org/officeDocument/2006/relationships/notesSlide" Target="/ppt/notesSlides/notesSlide11.xml" Id="R0ef355db37fc40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5e4ca834a48b0" /><Relationship Type="http://schemas.openxmlformats.org/officeDocument/2006/relationships/notesSlide" Target="/ppt/notesSlides/notesSlide12.xml" Id="R62437e930e1542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fb6bdb04f4196" /><Relationship Type="http://schemas.openxmlformats.org/officeDocument/2006/relationships/notesSlide" Target="/ppt/notesSlides/notesSlide13.xml" Id="R46bff684296343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ffe07b47a4721" /><Relationship Type="http://schemas.openxmlformats.org/officeDocument/2006/relationships/notesSlide" Target="/ppt/notesSlides/notesSlide14.xml" Id="Rd5e38320d75f44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325b652a340c2" /><Relationship Type="http://schemas.openxmlformats.org/officeDocument/2006/relationships/notesSlide" Target="/ppt/notesSlides/notesSlide15.xml" Id="Rf3f1cdbca52541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86862aa584410" /><Relationship Type="http://schemas.openxmlformats.org/officeDocument/2006/relationships/notesSlide" Target="/ppt/notesSlides/notesSlide16.xml" Id="Rff86ccc63a6a49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92c2f5d064522" /><Relationship Type="http://schemas.openxmlformats.org/officeDocument/2006/relationships/notesSlide" Target="/ppt/notesSlides/notesSlide17.xml" Id="R30f9e437950846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613a8daf843df" /><Relationship Type="http://schemas.openxmlformats.org/officeDocument/2006/relationships/notesSlide" Target="/ppt/notesSlides/notesSlide18.xml" Id="R41fccf91d8ca4b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71786ce764ab5" /><Relationship Type="http://schemas.openxmlformats.org/officeDocument/2006/relationships/notesSlide" Target="/ppt/notesSlides/notesSlide19.xml" Id="Rd2629f0e97ca4b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854df766645c2" /><Relationship Type="http://schemas.openxmlformats.org/officeDocument/2006/relationships/image" Target="/ppt/media/image7.png" Id="R1e5afea8c7644efe" /><Relationship Type="http://schemas.openxmlformats.org/officeDocument/2006/relationships/image" Target="/ppt/media/image7.svg" Id="Re7eb5bb3c52b4772" /><Relationship Type="http://schemas.openxmlformats.org/officeDocument/2006/relationships/notesSlide" Target="/ppt/notesSlides/notesSlide20.xml" Id="R69b085ab0b8140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454c21a114912" /><Relationship Type="http://schemas.openxmlformats.org/officeDocument/2006/relationships/notesSlide" Target="/ppt/notesSlides/notesSlide21.xml" Id="R43cc1982ea7649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74f9711534622" /><Relationship Type="http://schemas.openxmlformats.org/officeDocument/2006/relationships/notesSlide" Target="/ppt/notesSlides/notesSlide22.xml" Id="R023f7de3aafa48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150eefd2c4646" /><Relationship Type="http://schemas.openxmlformats.org/officeDocument/2006/relationships/image" Target="/ppt/media/image8.png" Id="R01fed0773b544b73" /><Relationship Type="http://schemas.openxmlformats.org/officeDocument/2006/relationships/image" Target="/ppt/media/image8.svg" Id="R6b66fd1a6f8a4431" /><Relationship Type="http://schemas.openxmlformats.org/officeDocument/2006/relationships/notesSlide" Target="/ppt/notesSlides/notesSlide23.xml" Id="R13fbbb3136604b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6ca8da06a48bd">
            <a:extLst>
              <a:ext uri="{96DAC541-7B7A-43D3-8B79-37D633B846F1}">
                <asvg:svgBlip xmlns:asvg="http://schemas.microsoft.com/office/drawing/2016/SVG/main" r:embed="Rfab0cba6a6a84d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-571500" y="3714750"/>
            <a:ext cx="5905500" cy="342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97703-CDD2-451E-AF64-C883890C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382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02124"/>
                </a:solidFill>
              </a:defRPr>
            </a:pPr>
            <a:r>
              <a:rPr sz="6300" b="1">
                <a:solidFill>
                  <a:srgbClr val="202124"/>
                </a:solidFill>
              </a:rPr>
              <a:t>T01 editable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96064-E264-4972-8815-454F99C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Original design-system implementation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A938EB-8C8C-4DB6-A095-B0CE4FC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854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C412F0-9A85-47D7-A4DF-A129E1C7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T02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18D0C-67A0-4318-9DD9-FA157203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685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Editable text and native shapes.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5CB07-0EA7-4401-A5D2-2BDFF84B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E2180-9A32-498A-820B-52BEBB6F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27051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72%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1C0E5-5497-44F1-823A-19303929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514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Example metric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e5a6d50da41f1">
            <a:extLst>
              <a:ext uri="{96DAC541-7B7A-43D3-8B79-37D633B846F1}">
                <asvg:svgBlip xmlns:asvg="http://schemas.microsoft.com/office/drawing/2016/SVG/main" r:embed="Rf4483fcf23534d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-666750"/>
            <a:ext cx="4095750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F5A19E-96D4-40BD-A8E9-31C154F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6119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A5FE29FF-00AA-47E0-B309-F9AB2BB7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A4335"/>
              </a:gs>
              <a:gs pos="50000">
                <a:srgbClr val="FBBC04"/>
              </a:gs>
              <a:gs pos="100000">
                <a:srgbClr val="34A853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6117DD-BB20-4668-8E74-6052D6CB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T03 editable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249B8-A37B-40C4-A42C-5581F0DD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466850" cy="2476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03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C1EC4-49D7-4193-9A15-5262CA82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12395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72%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6FB13-9BF3-4D30-915D-B7FE87EF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6620"/>
            <a:ext cx="1123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D2"/>
                </a:solidFill>
              </a:defRPr>
            </a:pPr>
            <a:r>
              <a:rPr sz="975" b="0">
                <a:solidFill>
                  <a:srgbClr val="C9CDD2"/>
                </a:solidFill>
              </a:rPr>
              <a:t>Example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2127C-C634-4F8A-8515-0DF62D3C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1466850" cy="2476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03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32AB2-721B-48F5-834D-73448022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52650"/>
            <a:ext cx="112395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3.2x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92559-2599-42D4-B373-51DE5F8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6620"/>
            <a:ext cx="1123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D2"/>
                </a:solidFill>
              </a:defRPr>
            </a:pPr>
            <a:r>
              <a:rPr sz="975" b="0">
                <a:solidFill>
                  <a:srgbClr val="C9CDD2"/>
                </a:solidFill>
              </a:rPr>
              <a:t>Example multiplier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63C8C-CA9D-45C3-BCA3-E83DE160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1466850" cy="2476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03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044C3-6304-4B7B-9375-477D98E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112395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4740D-3C64-4D50-B678-7CE28EE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36620"/>
            <a:ext cx="1123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D2"/>
                </a:solidFill>
              </a:defRPr>
            </a:pPr>
            <a:r>
              <a:rPr sz="975" b="0">
                <a:solidFill>
                  <a:srgbClr val="C9CDD2"/>
                </a:solidFill>
              </a:rPr>
              <a:t>Time period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BE39E-32F5-495E-9168-6176BB9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00250"/>
            <a:ext cx="1466850" cy="2476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03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78665-7822-4E2B-8C24-1F9A4A55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52650"/>
            <a:ext cx="112395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0B0B3-7046-44D0-9360-CC4CD86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36620"/>
            <a:ext cx="1123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D2"/>
                </a:solidFill>
              </a:defRPr>
            </a:pPr>
            <a:r>
              <a:rPr sz="975" b="0">
                <a:solidFill>
                  <a:srgbClr val="C9CDD2"/>
                </a:solidFill>
              </a:rPr>
              <a:t>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55C71-C1D6-4663-8915-57C5272E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1466850" cy="2476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03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BAA73-43A6-4E66-BBB3-439BD63F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112395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$1.2M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4E888-4D1E-4BA7-A760-ED0394A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36620"/>
            <a:ext cx="1123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CDD2"/>
                </a:solidFill>
              </a:defRPr>
            </a:pPr>
            <a:r>
              <a:rPr sz="975" b="0">
                <a:solidFill>
                  <a:srgbClr val="C9CDD2"/>
                </a:solidFill>
              </a:rPr>
              <a:t>Value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16A2BF-B1E7-4473-A737-32AC512A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CC2"/>
                </a:solidFill>
              </a:defRPr>
            </a:pPr>
            <a:r>
              <a:rPr sz="600" b="0">
                <a:solidFill>
                  <a:srgbClr val="B8BCC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1934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1B25FE-7D7E-4F5C-ABE5-9462E86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T04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EF8C5-DF25-43BD-B030-6EB9A7E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90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</a:defRPr>
            </a:pPr>
            <a:r>
              <a:rPr sz="1500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</a:defRPr>
            </a:pPr>
            <a:r>
              <a:rPr sz="1500" b="0">
                <a:solidFill>
                  <a:srgbClr val="202124"/>
                </a:solidFill>
              </a:rPr>
              <a:t>Editable text and native shapes.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5fbdda6d54811">
            <a:extLst>
              <a:ext uri="{96DAC541-7B7A-43D3-8B79-37D633B846F1}">
                <asvg:svgBlip xmlns:asvg="http://schemas.microsoft.com/office/drawing/2016/SVG/main" r:embed="Rfc3c43f7f9fe4d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0" y="4000500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6F9266-25A4-4362-90BA-27A03560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6385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B82C2E-C76F-49C0-A223-485D77A4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T05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0CB9E-9C19-400B-81F0-22F420D1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381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7936E-06AD-43BD-80B7-1CF214C6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Editable text and native shapes.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E4200-C940-4626-85A6-EAFBE3B7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B51E8-C886-466D-A053-277A5637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716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A19A8-90C0-4A85-A8E1-C69520F9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717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C6837-02A6-4F74-AF8B-987512F9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C9170-0DAA-4E13-8D95-48549DC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4A3BB-9903-464E-972A-1E1DC2B0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6D514-180F-4A19-91FF-A17748F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9D8B0-8378-4A62-979F-3B8E07B3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146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28CC6-003C-4FD7-90FA-A046A72A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147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Implication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CC650-2B0A-4B3F-8F57-993F6792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55DAB-6D5F-474B-BD81-44207101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96E5C-5F5B-4503-9061-724CA869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1403C-E1EB-4271-889A-08C9568C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D6E3C-6042-4F26-9E8F-4B234C06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576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2EF9B-13D9-45DF-9EC7-A253A3FF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77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Owner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DB2449-F58F-4B5E-A7EA-DB5593C9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13342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C1F24-8C4F-4732-BE89-A79ABE18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02124"/>
                </a:solidFill>
              </a:defRPr>
            </a:pPr>
            <a:r>
              <a:rPr sz="5400" b="1">
                <a:solidFill>
                  <a:srgbClr val="202124"/>
                </a:solidFill>
              </a:rPr>
              <a:t>T06 editable layout</a:t>
            </a:r>
          </a:p>
        </p:txBody>
      </p:sp>
      <p:sp>
        <p:nvSpPr>
          <p:cNvPr id="2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D7C784D6-49D1-4C96-8171-42B9B4E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6750"/>
            <a:ext cx="4572000" cy="76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A4335"/>
              </a:gs>
              <a:gs pos="50000">
                <a:srgbClr val="FBBC04"/>
              </a:gs>
              <a:gs pos="100000">
                <a:srgbClr val="34A853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1BC86-BDF8-4F98-883A-ABAA50C6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01 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07CB7-69FA-4D4A-A62E-E48CEC8A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</a:defRPr>
            </a:pPr>
            <a:r>
              <a:rPr sz="1500" b="0">
                <a:solidFill>
                  <a:srgbClr val="202124"/>
                </a:solidFill>
              </a:rPr>
              <a:t>02 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40C06-650F-4167-9868-1D127FFD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</a:defRPr>
            </a:pPr>
            <a:r>
              <a:rPr sz="1500" b="0">
                <a:solidFill>
                  <a:srgbClr val="202124"/>
                </a:solidFill>
              </a:rPr>
              <a:t>03  Implication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A2182-D180-4F02-9C92-5B4D1ABB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</a:defRPr>
            </a:pPr>
            <a:r>
              <a:rPr sz="1500" b="0">
                <a:solidFill>
                  <a:srgbClr val="202124"/>
                </a:solidFill>
              </a:rPr>
              <a:t>04 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7E43F-B13A-4D0C-A6F5-2F07412E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</a:defRPr>
            </a:pPr>
            <a:r>
              <a:rPr sz="1500" b="0">
                <a:solidFill>
                  <a:srgbClr val="202124"/>
                </a:solidFill>
              </a:rPr>
              <a:t>05 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88E5A-7A7D-4084-8A09-CB2EF115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</a:defRPr>
            </a:pPr>
            <a:r>
              <a:rPr sz="1500" b="0">
                <a:solidFill>
                  <a:srgbClr val="202124"/>
                </a:solidFill>
              </a:rPr>
              <a:t>06  Timeline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b25d656614ac3">
            <a:extLst>
              <a:ext uri="{96DAC541-7B7A-43D3-8B79-37D633B846F1}">
                <asvg:svgBlip xmlns:asvg="http://schemas.microsoft.com/office/drawing/2016/SVG/main" r:embed="R57e15a261c634f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-666750" y="4572000"/>
            <a:ext cx="4000500" cy="2095500"/>
          </a:xfrm>
          <a:prstGeom xmlns:a="http://schemas.openxmlformats.org/drawingml/2006/main" prst="rect">
            <a:avLst/>
          </a:prstGeom>
        </p:spPr>
      </p:pic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536B49-8536-418A-BA7F-77B5499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4870024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A4335"/>
            </a:gs>
            <a:gs pos="50000">
              <a:srgbClr val="F79032"/>
            </a:gs>
            <a:gs pos="100000">
              <a:srgbClr val="FBBC04"/>
            </a:gs>
          </a:gsLst>
          <a:lin ang="72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ffuse-color-field">
            <a:extLst xmlns:a="http://schemas.openxmlformats.org/drawingml/2006/main">
              <a:ext uri="{FF2B5EF4-FFF2-40B4-BE49-F238E27FC236}">
                <a16:creationId xmlns:a16="http://schemas.microsoft.com/office/drawing/2014/main" id="{11DFBA53-8D5E-472C-91A0-A90E222D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72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diffuse-color-field">
            <a:extLst xmlns:a="http://schemas.openxmlformats.org/drawingml/2006/main">
              <a:ext uri="{FF2B5EF4-FFF2-40B4-BE49-F238E27FC236}">
                <a16:creationId xmlns:a16="http://schemas.microsoft.com/office/drawing/2014/main" id="{0A1A60A5-BF48-4C3A-9638-56E19B62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4762500" cy="2476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BBC04"/>
              </a:gs>
              <a:gs pos="72000">
                <a:srgbClr val="FBBC0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30F2E-5B42-45C3-B406-8B85C7C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B9277-881E-4EF1-9434-DAF8D528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904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FFFFF"/>
                </a:solidFill>
              </a:defRPr>
            </a:pPr>
            <a:r>
              <a:rPr sz="6300" b="1">
                <a:solidFill>
                  <a:srgbClr val="FFFFFF"/>
                </a:solidFill>
              </a:rPr>
              <a:t>T07 editable 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79950-E546-4452-820D-18E759CB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Original design-system implementation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41D65D-B7C0-46D5-A2B9-261FD7C5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26957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32411C-C45E-4A14-BC98-793EE483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T08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9ECED-3AD8-468B-8C3D-0F848F9E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6191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Editable text and native shapes.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F191-1195-4DBB-953F-DBF5EB20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73287-2189-4F95-AF56-12EE23F4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04900"/>
            <a:ext cx="299085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72%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74F72-9DBD-4973-B095-B8A3CCBA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2155"/>
            <a:ext cx="2990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Example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D11E4-12E7-4DE3-8C8B-1642ACC7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524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00C9A-6629-4B86-9C8F-9EF90F71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290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A concise definition remains editable.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a6fe8167c4efc">
            <a:extLst>
              <a:ext uri="{96DAC541-7B7A-43D3-8B79-37D633B846F1}">
                <asvg:svgBlip xmlns:asvg="http://schemas.microsoft.com/office/drawing/2016/SVG/main" r:embed="R9935b6677a8749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58250" y="4953000"/>
            <a:ext cx="3333750" cy="1905000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CB7E5D-643A-4CA7-8654-43F54CD3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72087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838030-43B7-47D1-BCBC-CE1A3961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T09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524BE-F163-4BA9-AE90-B2DCA352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B060FD9E-DF4C-4264-A54B-CC8D81B5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114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A4335"/>
              </a:gs>
              <a:gs pos="100000">
                <a:srgbClr val="FBBC0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75C6-7526-4052-877B-27FE686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Stage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6A431-6E3A-4207-A8FC-D893DFEE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D84A1-781D-4C93-B00E-EF496DB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3E887042-2A36-4DFE-8B29-16A4A38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429000" cy="114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BC04"/>
              </a:gs>
              <a:gs pos="100000">
                <a:srgbClr val="34A853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59439-5713-4A59-B8F8-0520D45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Stage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691A-C0F8-4881-A2DC-EA23E82A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98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Measure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4FDB1-A329-4784-9349-849AA7CB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5A3F65AA-A109-4C82-B59B-2545DD79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114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4A853"/>
              </a:gs>
              <a:gs pos="100000">
                <a:srgbClr val="4285F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90023-730C-49A9-BBD2-A55C8B0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Stage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DABB4-ACBE-4DE5-BE05-DA455528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Govern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Improve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77134C-535C-4661-AC0B-F00D1F53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5294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1aaa1efa04bcc">
            <a:extLst>
              <a:ext uri="{96DAC541-7B7A-43D3-8B79-37D633B846F1}">
                <asvg:svgBlip xmlns:asvg="http://schemas.microsoft.com/office/drawing/2016/SVG/main" r:embed="R54dbadf4e0df48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0" y="3905250"/>
            <a:ext cx="3810000" cy="2952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24122-F6CB-432C-BB73-7D626021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02124"/>
                </a:solidFill>
              </a:defRPr>
            </a:pPr>
            <a:r>
              <a:rPr sz="6150" b="1">
                <a:solidFill>
                  <a:srgbClr val="202124"/>
                </a:solidFill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3DF68-18B8-474D-BDC9-9A8E7D50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809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02124"/>
                </a:solidFill>
              </a:defRPr>
            </a:pPr>
            <a:r>
              <a:rPr sz="2550" b="0">
                <a:solidFill>
                  <a:srgbClr val="202124"/>
                </a:solidFill>
              </a:rPr>
              <a:t>Editable evidence makes a presentation easier to trust and reuse.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CA205-EEFE-474E-AA90-8F45CD6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Example speaker, Example organization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4F3D99-DD91-440C-AFF3-68774E46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5712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23E481-AD56-4F62-A36C-D92CA2D9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T11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BB8F7-C305-40E1-A49E-88120C1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857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Editable text and native shapes.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C339E-B53A-48A5-8224-0516FB04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85C67-60BE-4199-9499-433C4E9D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124"/>
                </a:solidFill>
              </a:defRPr>
            </a:pPr>
            <a:r>
              <a:rPr sz="2100" b="0">
                <a:solidFill>
                  <a:srgbClr val="202124"/>
                </a:solidFill>
              </a:rPr>
              <a:t>Editable evidence makes a presentation easier to trust and reuse.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0B867-8182-4098-A693-8412B312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Example speaker, Example organization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18B2BD-4EF2-4951-8346-45444E46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85760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158FE8-B865-4C4E-AB67-F8F6DEF3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T12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2FA3E-69F7-4234-97CF-07E1C03C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C0D52AF2-9261-4074-B8E9-061A1D99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114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A4335"/>
              </a:gs>
              <a:gs pos="100000">
                <a:srgbClr val="FBBC0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FF43F-9E73-426A-8E5B-6698B02A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Stage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F4F9C-360F-41B4-A14C-9DE248F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FE671-63B2-4640-9C99-6B41BC21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9EB239D1-3A7F-4D0B-91A8-817B3FB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429000" cy="114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BC04"/>
              </a:gs>
              <a:gs pos="100000">
                <a:srgbClr val="34A853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E77E4-992B-4D6A-AFAF-C9E1EE01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Stage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9C7F7-CF8C-4475-A7D0-E439152F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98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Measure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B6FEA-FB61-4FDE-B76E-EFEFA14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55676F81-0395-4101-9233-50788BEF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114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4A853"/>
              </a:gs>
              <a:gs pos="100000">
                <a:srgbClr val="4285F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6979F-395C-4230-A89B-4A8A09C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Stage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D4548-2D7D-4788-8CCF-EE8188E3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Govern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Improve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E86A87-20BD-4D04-8416-A0570223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4448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8488D6-5437-40A2-A0B6-B29DC43C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T13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9E434-DBF4-44A5-BADD-8CD11A48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4905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Editable text and native shapes.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300DE-E6F7-4538-BCC7-5A620ADE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143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26470-8A9B-4782-80F0-C139315F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800225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72%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07E32-05E7-41DF-A767-9DB9F587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443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Example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DF418-3ED0-4773-89D9-8C632A5C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86250"/>
            <a:ext cx="2143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E8A24-FBDB-4CDC-ABA4-2190D29B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38650"/>
            <a:ext cx="1800225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3.2x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94C8A-DCFE-4F51-9A9E-B72CBB4E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0443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Example multiplier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1A1AD-DF1E-4552-97F8-0540AD75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8FA37-4BC8-4BFF-8C39-60A6ED0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A85EF-7416-4958-95E2-04682E8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DEADC-2040-455C-8263-9F800360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4305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A4DF2-0F3D-422E-AF6C-D1E55DD5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4305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E224B-BD24-4A2C-83A4-A1140750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24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EB825-7441-42B3-B459-7C571C8D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4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274F6-9745-40AD-AC74-85860BB7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305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A22CE-0C15-44A6-90A9-163BCDB8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3050"/>
            <a:ext cx="2470679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8C2AE-AB5C-49FD-9A2B-995915B2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94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A0E7F-936D-4A0C-AF40-3BFECFC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64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50A45-3DBC-4647-80AF-35426C65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8305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50263-7A76-4E35-B1C9-3EF94CDD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83050"/>
            <a:ext cx="174651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5CD69-729F-4508-9496-3D133003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64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41%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0FBA2F-B040-4BC1-9F90-3F615C8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38207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C3F60F-C35E-47AD-9A43-E4285E4F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T14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A30C6-FBFA-4C2D-AEE8-00667916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670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C0F27-7F08-462F-AA64-FE2A2C70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47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73F23-616E-44AA-847F-B99B936B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3670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3FA47-4146-40EE-8281-1C5C681A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3441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4EEAD-D8F2-4A5A-BF03-3652490C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1619250"/>
            <a:ext cx="3670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9F60C-15CB-4715-8CF4-27DDEE0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762125"/>
            <a:ext cx="347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207FA-B8AB-4495-AD96-3F973161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266950"/>
            <a:ext cx="3670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543CF-DD92-44E2-A13C-981F4BBB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476500"/>
            <a:ext cx="3441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Measure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4DD73-33F5-4354-9EAC-E9B05DC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619250"/>
            <a:ext cx="3670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F60BE-EA3F-4C4F-8D95-18E11330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762125"/>
            <a:ext cx="347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8B141-4229-479D-8556-08BB53C6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266950"/>
            <a:ext cx="3670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CC7AD-AD14-40F4-9BD5-A4A1592B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76500"/>
            <a:ext cx="3441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Govern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Improve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D04D4E-34E9-45F5-A6A9-BAFB8254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06957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FF318B-7A3A-4329-841F-AF731AEF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T15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16AD0-4BCE-4DF4-A03D-D1757F6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Turn evidence into a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D49D0-7961-4D61-B615-53FB236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14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05B7C-F49E-401C-9D58-B4654844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71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5AC95-CD6A-4E71-8DD0-73FE6BF5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811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D9219-AFD3-4BAC-922F-AC2CE1CE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B2C07-F650-4019-B7AE-50F5A671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514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513EB-F8F0-49C6-8F26-B66D25DE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80CB7-0762-4F4B-8810-AC59AE34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622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B88A3-C5EB-4C16-A8FB-90A26554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431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A1C64-D3B2-4271-A174-7BDCFB14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514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9AD6B-AD03-42F2-8CFD-249EA8BE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75DDF-EDA3-41F3-A9D7-AE13E1B9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432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F7CA1-E772-48A2-8D17-8C5645F6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003A4-552E-4300-85BA-247F970A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514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BED0B-E127-40D4-B3BA-2153F7D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505DF-53CA-463D-8E5A-EA1E0C79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243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63C21-6FCA-4CCA-B04A-BAACBFB4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052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CD97C-61F4-4C41-AC48-6525044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43450"/>
            <a:ext cx="514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26C30-719D-4123-894F-F931B126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95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0B336-35CE-4379-A55D-F0D37330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9053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2F17C-A574-4FD9-B506-E9BAAAE0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863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50569-DB79-478E-A8DB-4ACAF09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514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0F11C-55B8-4DA1-8431-64A733E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7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D9323-38FD-4ECE-9B91-7AA3B027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6864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EB9794-6854-4967-9BC0-A6694E6F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67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Timeline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820992-D676-4B80-8C13-8930E13A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76260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34E944-E965-42DE-812D-0127E83B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T16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F8469-1D8E-4478-9FC9-3327A9ED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Editable text and native shapes.</a:t>
            </a:r>
          </a:p>
        </p:txBody>
      </p:sp>
      <p:sp>
        <p:nvSpPr>
          <p:cNvPr id="3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131CE42C-75CD-4B01-A0B8-13A61FF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619125" cy="47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A4335"/>
              </a:gs>
              <a:gs pos="100000">
                <a:srgbClr val="FBBC0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1F029-D69D-4663-83DB-C102797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E600D-0692-4EB3-B3F7-70FEF946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287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75186-DB8D-492C-83A0-F38F175D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62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Context</a:t>
            </a:r>
          </a:p>
        </p:txBody>
      </p:sp>
      <p:sp>
        <p:nvSpPr>
          <p:cNvPr id="7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768EA57D-850A-48DF-B9D2-432274D8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619125" cy="47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A4335"/>
              </a:gs>
              <a:gs pos="100000">
                <a:srgbClr val="FBBC0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26317-CFEB-4990-8D52-1CFBCB3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4BCD3-24C7-44C9-8663-56E80335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45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0EF73-59B1-4025-B3BF-FF5AB5B3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Evidence</a:t>
            </a:r>
          </a:p>
        </p:txBody>
      </p:sp>
      <p:sp>
        <p:nvSpPr>
          <p:cNvPr id="11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6ADFCFA4-0332-406D-AD59-ADC20FBA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619125" cy="47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BC04"/>
              </a:gs>
              <a:gs pos="100000">
                <a:srgbClr val="34A853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B78CF-5CA4-40FF-A184-D9D8BA5F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0636D-10BA-415A-B416-0FCEB224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00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E35F7-29A0-4CCF-A4D3-B7FD8580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Implication</a:t>
            </a:r>
          </a:p>
        </p:txBody>
      </p:sp>
      <p:sp>
        <p:nvSpPr>
          <p:cNvPr id="15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6D464DCA-E3B7-4DD6-904C-47ACD701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619125" cy="47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BC04"/>
              </a:gs>
              <a:gs pos="100000">
                <a:srgbClr val="34A853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E5867-B617-4AA7-8238-C475F70B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422A6-6F30-4402-B29E-12F24618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861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F193D-55E0-4036-A9EB-7D4F8504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Action</a:t>
            </a:r>
          </a:p>
        </p:txBody>
      </p:sp>
      <p:sp>
        <p:nvSpPr>
          <p:cNvPr id="19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E8F5F5EF-D2B3-44F9-AEB8-8A05532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619125" cy="47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4A853"/>
              </a:gs>
              <a:gs pos="100000">
                <a:srgbClr val="4285F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D915E-623C-4C6A-832B-61E472DE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C707A-E36C-40B9-A16B-F4C71186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719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476A3-BD19-4C67-933A-ECBE5F1D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Owner</a:t>
            </a:r>
          </a:p>
        </p:txBody>
      </p:sp>
      <p:sp>
        <p:nvSpPr>
          <p:cNvPr id="23" name="continuous-gradient">
            <a:extLst xmlns:a="http://schemas.openxmlformats.org/drawingml/2006/main">
              <a:ext uri="{FF2B5EF4-FFF2-40B4-BE49-F238E27FC236}">
                <a16:creationId xmlns:a16="http://schemas.microsoft.com/office/drawing/2014/main" id="{DCB27BA3-5EE9-4F7D-9B48-686759C3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57750"/>
            <a:ext cx="619125" cy="47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4A853"/>
              </a:gs>
              <a:gs pos="100000">
                <a:srgbClr val="4285F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632C2-C616-4E50-A690-886B0B40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F5863-773E-40B0-AF4C-F59FD4E6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577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E7F050-B7F2-4163-9942-C15153AF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91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Timeline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D550A8-4711-48BD-867D-FFE022F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625817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ABFC6F-01A7-4D27-918E-049EDD05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T17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AA95D-3E43-4BE5-9D1A-A92CD04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00250" cy="3048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0E11C-23C8-4643-B672-2FD2EEE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165735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DE9CE-6B2A-4A18-BE38-AB07A18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759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Example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5D15E-EDAC-4CDB-B5A2-9F2317F3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09750"/>
            <a:ext cx="2000250" cy="3048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042B7-1F32-4E5C-ACCF-F3D02807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62150"/>
            <a:ext cx="165735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3.2x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79535-99B3-4A98-8447-AC52545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7759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Example multiplier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C39C5-8281-47CE-8C50-38CC34B5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000250" cy="3048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909F6-E5F3-41E6-829F-C056C9A8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62150"/>
            <a:ext cx="165735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5C0BD-6AF7-43A2-A69D-1D19094D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7759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Time period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3B8CB-7096-4282-BF21-EAB659CA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2000250" cy="3048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49B61-A996-42FA-B303-FAAD0EA2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62150"/>
            <a:ext cx="165735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AF32C-1383-4229-A15F-6532F975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7759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68E0A-1DD5-4E48-AA6F-F1614CB4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000250" cy="3048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2CDAE-03B6-4123-A851-C65DB396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62150"/>
            <a:ext cx="165735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$1.2M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18BEE-1AF0-484C-8A27-16B7DFB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7759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Value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6B0400-2645-484E-9AFA-6510CF26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678146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599D44-9F21-405F-ADB0-9C3E76F0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T18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F9177-4189-4EAD-A2C1-C6A3C2EE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4905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Editable text and native shapes.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B42FA-C8DE-4E5C-84AE-D825590C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143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784D6-67E9-4A35-B2B2-D7072B5B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800225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72%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5EF01-366E-418B-B666-43276975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443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Example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E6AE-AB2E-420F-BDE8-2E92A4B9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86250"/>
            <a:ext cx="2143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D1AB0-AAFA-474F-B485-82215CC5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38650"/>
            <a:ext cx="1800225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3.2x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8450D-3C16-425B-B264-1F0D188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0443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Example multiplier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3FA91-13A9-4D5E-85CF-0B0A709C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C16C4-ABB0-4E9E-B18B-6FCE23F5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1BE43-C66C-4525-91FC-9A4DED3B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FC860-16EA-4671-BA41-79D7D65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4305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6955B-BA0F-4E90-8710-22070E32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4305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108CF-3478-4C02-82EA-C9D7E512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24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AA73D-C274-441C-8917-F5817BD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4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21EA9-0BF0-441D-B984-F922F37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305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12C16-5E4A-457E-9E0E-87B29361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3050"/>
            <a:ext cx="2470679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29831-F783-411A-A609-B67BFEC7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94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830DA-3F76-4F7B-8D3E-5F2E17CD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64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101FF-EA22-408B-8475-1E681D8D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8305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CBBD5-6DFD-4FC4-8EDC-8EF455DA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83050"/>
            <a:ext cx="174651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6ED7B-AEDF-453F-839F-64F5ED60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64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41%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7C96C0-089F-44A0-979F-F5CC1C76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043587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53F6D9-3E30-4F0E-9C24-B05B1A6A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T19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12128-A944-4736-9A70-C7DCFAE7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C61C4-2180-4E4B-B11A-3CC4DAFE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85F4"/>
                </a:solidFill>
              </a:defRPr>
            </a:pPr>
            <a:r>
              <a:rPr sz="1200" b="1">
                <a:solidFill>
                  <a:srgbClr val="4285F4"/>
                </a:solidFill>
              </a:rPr>
              <a:t>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4CB85-CFD5-4ACB-B2EA-F63CA0A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Clarify the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11BAC-FE15-436A-BC50-94AE85D6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F67CF-BC3B-472A-9295-51405C0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85F4"/>
                </a:solidFill>
              </a:defRPr>
            </a:pPr>
            <a:r>
              <a:rPr sz="1200" b="1">
                <a:solidFill>
                  <a:srgbClr val="4285F4"/>
                </a:solidFill>
              </a:rPr>
              <a:t>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B5C63-5F7D-4ED6-BB0F-B7B14666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Faster review</a:t>
            </a:r>
          </a:p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Clear ownership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ADD60-E6FC-45C9-9255-586B9168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59F83-8121-4019-B0D4-750503EB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85F4"/>
                </a:solidFill>
              </a:defRPr>
            </a:pPr>
            <a:r>
              <a:rPr sz="1200" b="1">
                <a:solidFill>
                  <a:srgbClr val="4285F4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CE549-F94D-474A-A39A-E7ABD47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Combine evidence with one conclusion.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59AE6-2FA9-49FE-81DC-16291C35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7187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BB40C-1366-4B42-A697-9E36140E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85F4"/>
                </a:solidFill>
              </a:defRPr>
            </a:pPr>
            <a:r>
              <a:rPr sz="1200" b="1">
                <a:solidFill>
                  <a:srgbClr val="4285F4"/>
                </a:solidFill>
              </a:rPr>
              <a:t>Quote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367B3-DAA6-477A-ACA7-81E81CDA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43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Editable evidence makes a presentation easier to trust and reuse.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4CF367-4629-41EF-B497-695789A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596838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33D463-6233-436B-AB07-EC51217C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T20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1735E-2566-4778-8113-BF252638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02124"/>
                </a:solidFill>
              </a:defRPr>
            </a:pPr>
            <a:r>
              <a:rPr sz="4950" b="1">
                <a:solidFill>
                  <a:srgbClr val="202124"/>
                </a:solidFill>
              </a:rPr>
              <a:t>72%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A9BF3-57CA-40C9-9124-875B648A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Example 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1F884-C6DD-4796-B0D8-A6CB6B8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572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F5423-1022-4B74-9E37-327A6522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57375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A short editable case summary.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afea8c7644efe">
            <a:extLst>
              <a:ext uri="{96DAC541-7B7A-43D3-8B79-37D633B846F1}">
                <asvg:svgBlip xmlns:asvg="http://schemas.microsoft.com/office/drawing/2016/SVG/main" r:embed="Re7eb5bb3c52b47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4667250"/>
            <a:ext cx="4095750" cy="2286000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5D86C4-1158-4EC3-A0D2-201D4D8C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078194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0C543C-EB89-4F8A-916E-836E986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T21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3AA6A-C76E-4EC9-B5A2-54EC7A0A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Clear evidence with preserved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Editable text and native shapes.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38975-32A5-4328-A76F-EAF06EC1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651F5-153A-4C14-8EAA-F4D3B8B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1 in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43754-26B2-4E67-BF46-47C16F0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124"/>
                </a:solidFill>
              </a:defRPr>
            </a:pPr>
            <a:r>
              <a:rPr sz="2100" b="0">
                <a:solidFill>
                  <a:srgbClr val="202124"/>
                </a:solidFill>
              </a:rPr>
              <a:t>Editable evidence makes a presentation easier to trust and reuse.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5386DD-0E9D-4C7C-A57D-1E6FD0B7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365734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BAAB9F-7EAB-478C-9220-1293D3B6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T22 editable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29285-360C-4746-B59F-878C85B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Turn evidence into a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AFDCF-52BE-4E8E-9E35-555940B0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93374-5077-46B4-A427-172E148B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FA00F-526A-41C1-ADB7-DDC32245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5471E-47B1-432B-B25E-9183BEA5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F3CF5-B278-47BA-BABA-CA8B911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F86A2-F02C-4FA8-AE93-73941742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67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62824-677D-4F68-BFBF-BAE70EBE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765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9E029-27AC-4A1D-885C-186398B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62E31-3A24-4E8C-9BB3-7EC3F71E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5675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E2E58-D94E-4030-9573-93F635D7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3AF64-F0DE-41B2-A4E4-6D962632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576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1862D-073E-47EF-B771-DADE6B86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42E8E-6B1F-49DE-9DB6-68715E86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95675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A17D5-E06F-4B80-9493-6AE0EDB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48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D6689-8A8B-47D3-B627-A3C77086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576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3CC44-A63F-4798-BCFD-36C20C06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39165-5525-48D2-A946-7B4FE121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6725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DCA1C-65B8-4372-8D6A-73AF0F9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CDDBE-1BCB-4B3A-90A2-FE568D14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38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1E750-54B5-4553-86BA-EBBE30F9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43627-B37E-4691-A169-0BF88254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76725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DF1C6-893B-4294-9880-AAC7735F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29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5C3378-885E-40B5-B164-EDA295F2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38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B1C6CD-7A9E-4EAB-B992-3373DBA4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Timeline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4DAAB2-CA96-4F17-8649-CEBECA7A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F6368"/>
                </a:solidFill>
              </a:defRPr>
            </a:pPr>
            <a:r>
              <a:rPr sz="600" b="0">
                <a:solidFill>
                  <a:srgbClr val="5F6368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134589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202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ffuse-color-field">
            <a:extLst xmlns:a="http://schemas.openxmlformats.org/drawingml/2006/main">
              <a:ext uri="{FF2B5EF4-FFF2-40B4-BE49-F238E27FC236}">
                <a16:creationId xmlns:a16="http://schemas.microsoft.com/office/drawing/2014/main" id="{B9F8FFEB-16CE-455A-9C7D-F022E3E0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6477000" cy="5810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285F4"/>
              </a:gs>
              <a:gs pos="72000">
                <a:srgbClr val="4285F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diffuse-color-field">
            <a:extLst xmlns:a="http://schemas.openxmlformats.org/drawingml/2006/main">
              <a:ext uri="{FF2B5EF4-FFF2-40B4-BE49-F238E27FC236}">
                <a16:creationId xmlns:a16="http://schemas.microsoft.com/office/drawing/2014/main" id="{21DCABC3-4E21-4FCD-8D0E-BBD7A868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438150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B3DF5"/>
              </a:gs>
              <a:gs pos="72000">
                <a:srgbClr val="5B3DF5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B3804-A7D7-48CF-A513-3C758264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T23 editable layout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29A5A-069F-445B-9673-71A99030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Continue with the next decision.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ed0773b544b73">
            <a:extLst>
              <a:ext uri="{96DAC541-7B7A-43D3-8B79-37D633B846F1}">
                <asvg:svgBlip xmlns:asvg="http://schemas.microsoft.com/office/drawing/2016/SVG/main" r:embed="R6b66fd1a6f8a44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0" y="2476500"/>
            <a:ext cx="438150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83BAEB-6FBC-4035-8600-DEE7759C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CC2"/>
                </a:solidFill>
              </a:defRPr>
            </a:pPr>
            <a:r>
              <a:rPr sz="600" b="0">
                <a:solidFill>
                  <a:srgbClr val="B8BCC2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77516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2026-07-17T06:07:23.1540000Z</dcterms:created>
  <dcterms:modified xsi:type="dcterms:W3CDTF">2026-07-17T06:07:23.1540000Z</dcterms:modified>
</coreProperties>
</file>